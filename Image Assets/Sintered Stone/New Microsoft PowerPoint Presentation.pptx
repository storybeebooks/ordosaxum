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8229600" cy="5486400"/>
  <p:notesSz cx="9144000" cy="6858000"/>
  <p:defaultTextStyle>
    <a:defPPr>
      <a:defRPr lang="en-US"/>
    </a:defPPr>
    <a:lvl1pPr marL="0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1pPr>
    <a:lvl2pPr marL="329184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2pPr>
    <a:lvl3pPr marL="658368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3pPr>
    <a:lvl4pPr marL="987552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4pPr>
    <a:lvl5pPr marL="1316736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5pPr>
    <a:lvl6pPr marL="1645920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6pPr>
    <a:lvl7pPr marL="1975104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7pPr>
    <a:lvl8pPr marL="2304288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8pPr>
    <a:lvl9pPr marL="2633472" algn="l" defTabSz="658368" rtl="0" eaLnBrk="1" latinLnBrk="0" hangingPunct="1">
      <a:defRPr sz="1296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309C51-E78F-427F-96DC-F6AFFCCB8A0D}" v="5" dt="2025-11-03T23:51:52.2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127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xu" userId="8b3e66dc21536f23" providerId="LiveId" clId="{5885EDE0-87F5-471B-95BC-62E12121DFBD}"/>
    <pc:docChg chg="undo custSel addSld modSld">
      <pc:chgData name="mario xu" userId="8b3e66dc21536f23" providerId="LiveId" clId="{5885EDE0-87F5-471B-95BC-62E12121DFBD}" dt="2025-11-03T23:53:15.359" v="145" actId="1036"/>
      <pc:docMkLst>
        <pc:docMk/>
      </pc:docMkLst>
      <pc:sldChg chg="addSp delSp modSp new mod setBg setClrOvrMap">
        <pc:chgData name="mario xu" userId="8b3e66dc21536f23" providerId="LiveId" clId="{5885EDE0-87F5-471B-95BC-62E12121DFBD}" dt="2025-11-03T23:53:15.359" v="145" actId="1036"/>
        <pc:sldMkLst>
          <pc:docMk/>
          <pc:sldMk cId="3454144045" sldId="256"/>
        </pc:sldMkLst>
        <pc:spChg chg="del mod">
          <ac:chgData name="mario xu" userId="8b3e66dc21536f23" providerId="LiveId" clId="{5885EDE0-87F5-471B-95BC-62E12121DFBD}" dt="2025-11-03T23:48:18.912" v="7" actId="478"/>
          <ac:spMkLst>
            <pc:docMk/>
            <pc:sldMk cId="3454144045" sldId="256"/>
            <ac:spMk id="2" creationId="{3B9CCDE2-32C1-1CBF-94E1-0EF91AF12635}"/>
          </ac:spMkLst>
        </pc:spChg>
        <pc:spChg chg="mod">
          <ac:chgData name="mario xu" userId="8b3e66dc21536f23" providerId="LiveId" clId="{5885EDE0-87F5-471B-95BC-62E12121DFBD}" dt="2025-11-03T23:52:08.607" v="116" actId="1076"/>
          <ac:spMkLst>
            <pc:docMk/>
            <pc:sldMk cId="3454144045" sldId="256"/>
            <ac:spMk id="3" creationId="{069D6482-7C92-AF18-7069-EEF6B9343D98}"/>
          </ac:spMkLst>
        </pc:spChg>
        <pc:spChg chg="add mod">
          <ac:chgData name="mario xu" userId="8b3e66dc21536f23" providerId="LiveId" clId="{5885EDE0-87F5-471B-95BC-62E12121DFBD}" dt="2025-11-03T23:53:15.359" v="145" actId="1036"/>
          <ac:spMkLst>
            <pc:docMk/>
            <pc:sldMk cId="3454144045" sldId="256"/>
            <ac:spMk id="6" creationId="{DC4704D4-07CF-CF27-0491-7FF7F05BD3C1}"/>
          </ac:spMkLst>
        </pc:spChg>
        <pc:spChg chg="add">
          <ac:chgData name="mario xu" userId="8b3e66dc21536f23" providerId="LiveId" clId="{5885EDE0-87F5-471B-95BC-62E12121DFBD}" dt="2025-11-03T23:48:08.363" v="4" actId="26606"/>
          <ac:spMkLst>
            <pc:docMk/>
            <pc:sldMk cId="3454144045" sldId="256"/>
            <ac:spMk id="10" creationId="{71B2258F-86CA-4D4D-8270-BC05FCDEBFB3}"/>
          </ac:spMkLst>
        </pc:spChg>
        <pc:picChg chg="add del mod ord">
          <ac:chgData name="mario xu" userId="8b3e66dc21536f23" providerId="LiveId" clId="{5885EDE0-87F5-471B-95BC-62E12121DFBD}" dt="2025-11-03T23:48:14.372" v="6" actId="478"/>
          <ac:picMkLst>
            <pc:docMk/>
            <pc:sldMk cId="3454144045" sldId="256"/>
            <ac:picMk id="5" creationId="{1CBE5B96-C7A2-CCBB-C63A-E6C7FC80F301}"/>
          </ac:picMkLst>
        </pc:picChg>
      </pc:sldChg>
      <pc:sldMasterChg chg="addSldLayout">
        <pc:chgData name="mario xu" userId="8b3e66dc21536f23" providerId="LiveId" clId="{5885EDE0-87F5-471B-95BC-62E12121DFBD}" dt="2025-11-03T23:47:56.199" v="0" actId="680"/>
        <pc:sldMasterMkLst>
          <pc:docMk/>
          <pc:sldMasterMk cId="1586673835" sldId="2147483648"/>
        </pc:sldMasterMkLst>
        <pc:sldLayoutChg chg="add">
          <pc:chgData name="mario xu" userId="8b3e66dc21536f23" providerId="LiveId" clId="{5885EDE0-87F5-471B-95BC-62E12121DFBD}" dt="2025-11-03T23:47:56.199" v="0" actId="680"/>
          <pc:sldLayoutMkLst>
            <pc:docMk/>
            <pc:sldMasterMk cId="1586673835" sldId="2147483648"/>
            <pc:sldLayoutMk cId="337484371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FB25D-B52F-EA83-4D68-C9E0485EE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898525"/>
            <a:ext cx="6172200" cy="1909763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FEE43-995B-5766-2C0F-87E73B9F9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0" y="2881313"/>
            <a:ext cx="6172200" cy="13255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484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6673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229600" cy="54863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ack and white marbled surface with gold lines&#10;&#10;AI-generated content may be incorrect.">
            <a:extLst>
              <a:ext uri="{FF2B5EF4-FFF2-40B4-BE49-F238E27FC236}">
                <a16:creationId xmlns:a16="http://schemas.microsoft.com/office/drawing/2014/main" id="{1CBE5B96-C7A2-CCBB-C63A-E6C7FC80F3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"/>
          <a:stretch>
            <a:fillRect/>
          </a:stretch>
        </p:blipFill>
        <p:spPr>
          <a:xfrm>
            <a:off x="20" y="10"/>
            <a:ext cx="8229580" cy="54863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69D6482-7C92-AF18-7069-EEF6B9343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7862" y="2222169"/>
            <a:ext cx="3913876" cy="1042059"/>
          </a:xfrm>
        </p:spPr>
        <p:txBody>
          <a:bodyPr>
            <a:normAutofit fontScale="55000" lnSpcReduction="20000"/>
          </a:bodyPr>
          <a:lstStyle/>
          <a:p>
            <a:r>
              <a:rPr lang="en-US" sz="10900" dirty="0">
                <a:solidFill>
                  <a:srgbClr val="FFFFFF"/>
                </a:solidFill>
                <a:latin typeface="Agency FB" panose="020B0503020202020204" pitchFamily="34" charset="0"/>
              </a:rPr>
              <a:t>OrdoSaxum</a:t>
            </a:r>
          </a:p>
          <a:p>
            <a:r>
              <a:rPr lang="en-CA" dirty="0">
                <a:solidFill>
                  <a:srgbClr val="FFFFFF"/>
                </a:solidFill>
                <a:latin typeface="Book Antiqua" panose="02040602050305030304" pitchFamily="18" charset="0"/>
              </a:rPr>
              <a:t>Live Beautifully, Remember Forever.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4704D4-07CF-CF27-0491-7FF7F05BD3C1}"/>
              </a:ext>
            </a:extLst>
          </p:cNvPr>
          <p:cNvSpPr/>
          <p:nvPr/>
        </p:nvSpPr>
        <p:spPr>
          <a:xfrm>
            <a:off x="2157862" y="1423355"/>
            <a:ext cx="3913876" cy="249016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41440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Agency FB</vt:lpstr>
      <vt:lpstr>Arial</vt:lpstr>
      <vt:lpstr>Book Antiqua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xu</dc:creator>
  <cp:lastModifiedBy>mario xu</cp:lastModifiedBy>
  <cp:revision>1</cp:revision>
  <dcterms:created xsi:type="dcterms:W3CDTF">2025-11-03T23:45:49Z</dcterms:created>
  <dcterms:modified xsi:type="dcterms:W3CDTF">2025-11-03T23:53:16Z</dcterms:modified>
</cp:coreProperties>
</file>